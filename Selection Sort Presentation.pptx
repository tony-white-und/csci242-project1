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oboto Slab"/>
      <p:regular r:id="rId22"/>
      <p:bold r:id="rId23"/>
    </p:embeddedFont>
    <p:embeddedFont>
      <p:font typeface="Robo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9AAEC-0FF0-4B88-965E-ADED670B9783}">
  <a:tblStyle styleId="{27F9AAEC-0FF0-4B88-965E-ADED670B97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Slab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font" Target="fonts/RobotoSlab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75fce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75fce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5368ee209d7d52c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5368ee209d7d52c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5368ee209d7d52c4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5368ee209d7d52c4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h5368ee209d7d52c4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h5368ee209d7d52c4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h3b6106d099f122a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h3b6106d099f122a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5368ee209d7d52c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h5368ee209d7d52c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5368ee209d7d52c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5368ee209d7d52c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5368ee209d7d52c4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5368ee209d7d52c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5368ee209d7d52c4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5368ee209d7d52c4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h5368ee209d7d52c4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h5368ee209d7d52c4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3b6106d099f122a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h3b6106d099f122a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5368ee209d7d52c4_1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5368ee209d7d52c4_1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5368ee209d7d52c4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h5368ee209d7d52c4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3b6106d099f122a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h3b6106d099f122a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Blake Wiemken and Tony White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 is one of the oldest and simplest sorting methods.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Its basic concept comes from manually organizing items by repeatedly selecting the smallest remaining item.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one person is credited with inventing selection sort.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1973, computer scientist Donald Knuth discussed sorting by selection in his book “The Art of Computer Programing Volume 3: Sorting and Searching”.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Today, selection sort is commonly taught as an introduction to sorting algorithms and algorithm </a:t>
            </a:r>
            <a:r>
              <a:rPr lang="en"/>
              <a:t>efficiency.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6547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Cases of Selection Sort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 Datasets: Effective for sorting small lists or arrays where speed is less important.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Limited Memory: They require very little additional memory, making them good for memory constrained systems.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Minimizing Swaps: They are useful when moving or rewriting data is costly because it performs relatively few swaps.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Educational Purposes: They are used to teach sorting algorithms, loops, and comparisons.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Simple Applications: They can are incredibly simple to implement which can be great when you can use them. They decrease time on task while working on bigger systems.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r>
              <a:rPr lang="en"/>
              <a:t> to other Algorithms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340975"/>
            <a:ext cx="84924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Bubble Sort: Both have 0(n^2) average time complexity, but selection sort generally performs fewer swaps.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Insertion Sort: This method is more </a:t>
            </a:r>
            <a:r>
              <a:rPr lang="en"/>
              <a:t>efficient</a:t>
            </a:r>
            <a:r>
              <a:rPr lang="en"/>
              <a:t> than selection sort when data is already nearly sorted.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Merge Sort: This method is faster for large datasets, with O(nlogn) time complexity.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 Usage: Selection sort requires only O(1) additional memory, unlike standard merge sort, which requires O(n).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Generally though selection sort is simple and minimizes swaps but is less </a:t>
            </a:r>
            <a:r>
              <a:rPr lang="en"/>
              <a:t>efficient</a:t>
            </a:r>
            <a:r>
              <a:rPr lang="en"/>
              <a:t> for large datasets.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 vs. Heap Sort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513850" y="1512225"/>
            <a:ext cx="7933200" cy="30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Heap sort uses a binary heap to organize and sort elements efficiently.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Heap sort is faster for larger datasets, with O(n log n) time complexity.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Selection sort performs fewer swaps, requiring at most O(n) swaps.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Both algorithms sort in place and are not stable.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key difference is heap sort prioritizes faster execution, while selection sort minimizes swaps.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Sort vs. Insertion Sort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Insertion sort builds a sorted list by inserting elements into their correct positions.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</a:t>
            </a:r>
            <a:r>
              <a:rPr lang="en"/>
              <a:t>algorithms</a:t>
            </a:r>
            <a:r>
              <a:rPr lang="en"/>
              <a:t> have O(n^2) average and worst-case time complexity.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Insertion sort performs better on already sorted or nearly sorted lists.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 requires fewer swaps, making it useful when data writes are expensive.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difference is Insertion sort is stable and adapts to sorted data, while selection sort minimizes swaps.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Selection sort Works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87900" y="1489825"/>
            <a:ext cx="8368200" cy="26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it starts at the </a:t>
            </a:r>
            <a:r>
              <a:rPr lang="en"/>
              <a:t>beginning</a:t>
            </a:r>
            <a:r>
              <a:rPr lang="en"/>
              <a:t> with the first element of the unsorted list.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 sort looks through all of the values to find the lowest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sort then stores that index of the smallest value found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then swaps elements if the smallest value is not already in the current position, swap the two values using a temporary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the algorithm would move to the next position and </a:t>
            </a:r>
            <a:r>
              <a:rPr lang="en"/>
              <a:t>repeats</a:t>
            </a:r>
            <a:r>
              <a:rPr lang="en"/>
              <a:t> the process with remaining unsorted elements.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Finish sorting when all elements are </a:t>
            </a:r>
            <a:r>
              <a:rPr lang="en"/>
              <a:t>positioned</a:t>
            </a:r>
            <a:r>
              <a:rPr lang="en"/>
              <a:t> in ascending order.</a:t>
            </a:r>
            <a:endParaRPr/>
          </a:p>
        </p:txBody>
      </p:sp>
      <p:graphicFrame>
        <p:nvGraphicFramePr>
          <p:cNvPr id="101" name="Google Shape;101;p19"/>
          <p:cNvGraphicFramePr/>
          <p:nvPr/>
        </p:nvGraphicFramePr>
        <p:xfrm>
          <a:off x="1169475" y="438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{27F9AAEC-0FF0-4B88-965E-ADED670B9783}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2" name="Google Shape;102;p19"/>
          <p:cNvGraphicFramePr/>
          <p:nvPr/>
        </p:nvGraphicFramePr>
        <p:xfrm>
          <a:off x="3703825" y="438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{27F9AAEC-0FF0-4B88-965E-ADED670B9783}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3" name="Google Shape;103;p19"/>
          <p:cNvGraphicFramePr/>
          <p:nvPr/>
        </p:nvGraphicFramePr>
        <p:xfrm>
          <a:off x="6238175" y="438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{27F9AAEC-0FF0-4B88-965E-ADED670B9783}</a:tableStyleId>
              </a:tblPr>
              <a:tblGrid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04" name="Google Shape;104;p19"/>
          <p:cNvCxnSpPr/>
          <p:nvPr/>
        </p:nvCxnSpPr>
        <p:spPr>
          <a:xfrm flipH="1" rot="10800000">
            <a:off x="2970000" y="4563025"/>
            <a:ext cx="320100" cy="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9"/>
          <p:cNvCxnSpPr/>
          <p:nvPr/>
        </p:nvCxnSpPr>
        <p:spPr>
          <a:xfrm flipH="1" rot="10800000">
            <a:off x="5576650" y="4563025"/>
            <a:ext cx="320100" cy="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Pseudocode and an Implementation example</a:t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0" y="2157300"/>
            <a:ext cx="56049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CURRENT_IDX from 0 to length(LIST)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LOWEST_IDX &lt;- CURRENT_IDX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for SEARCH_IDX from CURRENT_IDX to length(LIST)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if LIST[SEARCH_IDX] &lt; LIST[LOWEST_IDX] then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LOWEST_IDX &lt;- SEARCH_IDX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endif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endfor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if LOWEST_IDX != CURRENT_IDX then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TEMP &lt;- LIST[CURRENT_IDX]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LIST[CURRENT_IDX] &lt;- LIST[LOWEST_IDX]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LIST[LOWEST_IDX] &lt;- TEMP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endif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endfor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4964700" y="2084200"/>
            <a:ext cx="417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def selection_sort():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for c in range(len(LIST)):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lowest_idx = 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for s in range(c, len(LIST)):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if LIST[s] &lt; LIST[lowest_idx]: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    lowest_idx = 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if lowest_idx != c: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tmp = LIST[c]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LIST[c] = LIST[lowest_idx]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           LIST[lowest_idx] = tmp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Asymptotic Analysis</a:t>
            </a:r>
            <a:endParaRPr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Definition: Asymptotic analysis examines how an algorithms resources requirements grow as the input size increases.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Purpose: Helps evaluate and compare algorithms based on their </a:t>
            </a:r>
            <a:r>
              <a:rPr lang="en"/>
              <a:t>efficiency</a:t>
            </a:r>
            <a:r>
              <a:rPr lang="en"/>
              <a:t> with larger datasets.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Complexity: Measures how the number of operations grows as the input increases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Mathematical</a:t>
            </a:r>
            <a:r>
              <a:rPr lang="en"/>
              <a:t> Notation: Uses Big O (O), Big Omega (Ω) and Big Theta (θ) to describe growth rates.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Sort: Has quadratic time complexity, θ(n^2)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Function Definition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Definition: A time function, T(n), represents the number of basic operations an algorithm performs based on its input size.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Input Size (n): Represents the number of elements being sorted.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Basic operations: selection sort runs comparisons, assignments, and swaps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Nested Loops: The algorithm repeatedly searches the remaining unsorted elements to find the smallest value.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Comparison Formula: Selection sort performs exactly n(n-1)/2 element comparisons.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Growth rate: The </a:t>
            </a:r>
            <a:r>
              <a:rPr lang="en"/>
              <a:t>number</a:t>
            </a:r>
            <a:r>
              <a:rPr lang="en"/>
              <a:t> of comparisons increase quadratically as the input size increases.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5560350" y="483825"/>
            <a:ext cx="3297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Selection sorts comparison count function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C(n) = n(n-1)/2 which equals (n^2-n)/2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function Example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306025" y="2419174"/>
            <a:ext cx="8368200" cy="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the example from earlier to test the previous slide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C(4) = 4(4-1)/2 = 12/2 = 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Which means the sort does six element comparisons even though two total swaps are necessary</a:t>
            </a:r>
            <a:endParaRPr/>
          </a:p>
        </p:txBody>
      </p:sp>
      <p:graphicFrame>
        <p:nvGraphicFramePr>
          <p:cNvPr id="132" name="Google Shape;132;p23"/>
          <p:cNvGraphicFramePr/>
          <p:nvPr/>
        </p:nvGraphicFramePr>
        <p:xfrm>
          <a:off x="773850" y="156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{27F9AAEC-0FF0-4B88-965E-ADED670B9783}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Complexity and Memory Efficiency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space complexity for selection sort requires O(1) </a:t>
            </a:r>
            <a:r>
              <a:rPr lang="en"/>
              <a:t>additional</a:t>
            </a:r>
            <a:r>
              <a:rPr lang="en"/>
              <a:t> memory.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 rearranges elements within the original array, which is called In-place sorting.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 manages memory by having the extra storage stay constant as the input grows.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advantage of selection sort when it comes to memory is that it is a very useful method when </a:t>
            </a:r>
            <a:r>
              <a:rPr lang="en"/>
              <a:t>available</a:t>
            </a:r>
            <a:r>
              <a:rPr lang="en"/>
              <a:t> memory is limited.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Three Cases of Selection Sort 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06025" y="1578024"/>
            <a:ext cx="8368200" cy="32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Case, Ω(n^2): Occurs when the list is already sorted. Selection sort still compares the remaining elements during each pass.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Average Case, 𝛉(n^2): Occurs with a randomly ordered list. The algorithm performs the same number of comparisons regardless of the arrangement.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Worst Case, O(n^2): Occurs with an unfavorable arrangement, such as a reverse sorted list. The number of comparisons remains unchanged.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Consistent Comparisons: Selection sort </a:t>
            </a:r>
            <a:r>
              <a:rPr lang="en"/>
              <a:t>always</a:t>
            </a:r>
            <a:r>
              <a:rPr lang="en"/>
              <a:t> performs n(n-1)/2 comparisons.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387900" y="6590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Asymptotic Notations of selection sort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306025" y="1578024"/>
            <a:ext cx="8368200" cy="32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O O(n^2): Represents an asymptotic upper bound on the algorithm’s running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Omega, Ω(n^2): Represents an asymptotic lower bound on the algorithms running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Big Theta, 𝛉(n^2): Represents a tight bound, meaning the running time grows quadratically.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Sort: All three notations can be expressed using n^2 because the algorithm performs a quadratic number of comparisons regardless of the input arrangement.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Efficiency: Overall the selection </a:t>
            </a:r>
            <a:r>
              <a:rPr lang="en"/>
              <a:t>sort</a:t>
            </a:r>
            <a:r>
              <a:rPr lang="en"/>
              <a:t> quadratic growth makes it less </a:t>
            </a:r>
            <a:r>
              <a:rPr lang="en"/>
              <a:t>efficient</a:t>
            </a:r>
            <a:r>
              <a:rPr lang="en"/>
              <a:t> as the dataset becomes larger.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Advantages, Disadvantages, and Conclusion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 is simple. It is easy to understand, write and debug.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Minimal Swaps is the key advantage to selection sort which at most is n-1 swaps.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Selection sort is extremely predictable since it makes n(n-1)/2 comparisons in all cases.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main disadvantage is selection sort being inefficient for large datasets.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conclusion, selection sort is best suited to small datasets, teaching, and minimizing data writes.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